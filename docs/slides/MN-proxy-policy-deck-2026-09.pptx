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9"/>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(570 columns in 28 groups: satellite imagery, climate, soil, crops, livestock, malaria and other morbidity, prices, and district aggregates from the public MICS and household budget surveys; the 150 DHS-derived columns are kept only as a sensitivity arm, so this is a set a country without a recent DHS can rebuild);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survey’s worst quarter of districts the model finds 43% (a random pick finds 25%), and it places a district in the correct WHO vitamin A band 63% of the time, within one band 91%.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0.59 and the model reaches 0.40; on prevalence 0.48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The north comes out as the worst region in both maps without the model being told anything about survey results; no single district should be read as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If you already have a survey, smoothing between neighbours gets you most of the way, and the survey’s own regional average reaches 0.31. The right-hand column is why the project exists: the smoothers and the regional average need survey data in the country, and only the proxy methods produce anything at all there, at 0.31 to 0.38 against a chance level of 0.08, positive in 18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0.20 with one training country, 0.31 with three, and the curve has not flattened. This is the argument for pooling surveys across the region: a survey a country runs for itself improves every other country’s map. Surveys and models improve each other: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10.1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0.38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0.31 with everything, 0.38 with climate and soil only, positive in 18 of 22 combinations. Which data: satellite imagery, climate and soil carry 40 to 54 percent of the index inside a country and are what travels; the DHS-derived layers help at home and hurt abroad, which is why the headline set leaves them out (appendix, “Different data support within-country and across-country prediction”). Prevalence: levels do not cross borders, and the anchored design gives district levels within 10.1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as the dashboard on the previous slide; the ranking, the probability map, the anchored planning prevalence, the survey design and the catalogue are joined. What remains is engineering (URL state, boundary simplification, the geostatistical layer) and annotation.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Reconciled against the four final reports and the 21 papers that re-analyse them on 15 September 2026 (docs/survey_report_reconciliation.md): every iron, zinc, folate and B12 national estimate now matches its report to the decimal, and the Gambia LGA estimates track the report at r = 0.98 to 0.99. What changed: the iron binaries had been the surveys’ iron-deficiency-anaemia columns (ferritin plus haemoglobin) in three countries; Malawi’s iron flag came from a mis-specified local BRINDA that under-counted by half; pregnant women and children outside 6 to 59 months had been kept; and vitamin A had been converted to retinol-equivalents with each survey’s own RBP-to-retinol line. That conversion is now a sensitivity analysis: the four lines were fitted in different directions on 14 to 300 specimens, Malawi’s has an R-squared of 0.13, and the survey’s own re-analysis (Likoswe 2021, Nutrients) recommends BRINDA-adjusted RBP below 0.70, which is what is used. Why “low RBP”: Ghana’s MRDR test found 6.7 percent of children with depleted liver stores and Malawi’s found none, so RBP below 0.70 (15 and 10 percent) is a marker of low status, not a deficiency count. Likely question: does the adjustment matter. Yes, a lot: the Ghana report gives child vitamin A as 29, 21 or 13 percent depending on none, Thurnham or BRINDA, and child iron as 17, 22 or 30; one method everywhere is the only way the countries compare. Caveats if asked: Sierra Leone’s child file as supplied contains only the survey’s anaemic children (532 of 654 assayed), so its child cells are anaemic-subgroup estimates until the full file arrives; folate was measured on an immunoassay in Ghana and Sierra Leone and a microbiologic assay in Malawi, which read differently, so its cross-border numbers are indicative only. National values under these definitions: child low RBP 17 percent in The Gambia, 15 in Ghana, 12 in Sierra Leone (anaemic children), 10 in Malawi; child iron deficiency 59, 22, 5 and 22; women’s iron deficiency 41, 14, 13 and 15.</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DHS point is the appendix slide on what carries the model and what travels: on the previous predictor set dropping every DHS column improved new-country accuracy by 0.07, and on the current set the DHS-free headline scores 0.31 against 0.28 with the DHS columns in. Person-level prediction reaches AUC 0.51 to 0.53 (individual_level_models.csv), a coin toss. The seasons bullet is the reason levels do not transport and rankings do: the four surveys ran from the dry season (The Gambia, malaria under 1 percent) to the end of the rains (Sierra Leone, 53 percent), and the inflammation adjustment does not remove all of that. The Sierra Leone bullet: the child file holds 532 children, all with haemoglobin under 11 g/dL, against 654 children with assays in the report, so the child cells there are estimates for anaemic children (docs/survey_report_reconciliation.md).</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10 of 75 districts are in the worst fifth on at least 80 percent of refits and 54 on at most 20 percent; the middle is the uncertain part and should be treated as such. The black outlines are the survey’s own worst fifth. Across all countries and outcomes, districts the model puts at 80 percent or above are in the survey’s worst fifth 37% of the time, against 16% for districts at 20 percent or below and a base rate of 20 percent (worst_fifth_calibration.csv). The survey’s own worst fifth is noisy at one cluster per district, so 100 percent agreement is not the ceiling. A priority list should be shown this way, with the firm districts separated from the uncertain middle.</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0.38. Two guards ran first: the same code with each surveyed country held out reproduces the climate-and-soil transport figure (0.378 over 22 cells, 21 positive), and adding CIV to the column intersection costs 27 of the 101 climate-and-soil columns (the 30-year climate normals were never extracted for CIV) without degrading transport (0.394,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48%. So the model closes about a fifth of the gap between guessing and knowing. Likely question: why perfect knowledge captures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marks the kind of data; bar length is the weight.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ten of the twenty also keep it in each country’s own separate fit, which is the stricter test. None of these requires a blood sample. The twenty-layer equal-weight composite scores 0.26 for a new country, against the full 570-column index at 0.31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10.1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0.30 and the ensemble tuned for ranking 0.29, a tie under our 0.03 rule; the ensemble is ahead in 5 of the 17. Random forest, the ensemble tuned for squared error and penalised regression trail by 0.03 to 0.12. The reason is sample size: 14 to 87 districts per country is not enough for a method to learn its own settings. Rerun on 16 September on the 570-column set without DHS;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40 to 54 percent of the model inside a country, and climate and soil are the two whose removal costs a new country most (0.03 each), with the anaemia surfaces, agriculture and greenness behind; climate alone or soil alone transports better than everything together. The water-and-sanitation and education domains sit below the line: removing either improves new-country accuracy. The DHS-derived layers, which held several of the largest single weights in the previous set, cost 0.07 abroad then and 0.02 now, so the headline set has none; the physical environment exports and household-survey indicators do not: dropping the public MICS aggregates improves new-country accuracy by 0.017, the same pattern as DHS, and an index built from the open layers alone scores 0.319 abroad against the headline’s 0.308.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We have 570 public data layers for every district, none of them needing a DHS, but blood results for only 206 districts in four countries, so this is a big-data and a small-data problem at once.</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Shuffling the outcome measures chance: with no information at all a ranking still reaches 0.08 on a scale of 0 to 1.</a:t>
            </a:r>
          </a:p>
          <a:p>
            <a:pPr lvl="0"/>
            <a:r>
              <a:rPr/>
              <a:t>Survey district values are themselves noisy, so a perfect predictor could only reach about 0.59.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 Ghana the model recovers the regional pattern but misplaces single districts</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With a survey every method ties; without one only the proxy index can run</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10.1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dashboard: every number in this talk, for every district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amertens.shinyapps.io/micronutrient-burden</a:t>
            </a:r>
          </a:p>
          <a:p>
            <a:pPr lvl="0"/>
            <a:r>
              <a:rPr/>
              <a:t>Start here: the project, the four training surveys, how the model was built, three headline numbers, the closing checklist.</a:t>
            </a:r>
          </a:p>
          <a:p>
            <a:pPr lvl="0"/>
            <a:r>
              <a:rPr/>
              <a:t>Where is deficiency? A priority score for every district, how sure the model is, a planning prevalence; click for what drives it. Cote d’Ivoire from climate and soil.</a:t>
            </a:r>
          </a:p>
          <a:p>
            <a:pPr lvl="0"/>
            <a:r>
              <a:rPr/>
              <a:t>What drives it? Leading predictors, which data travel across borders, a catalogue of all 570 predictors.</a:t>
            </a:r>
          </a:p>
          <a:p>
            <a:pPr lvl="0"/>
            <a:r>
              <a:rPr/>
              <a:t>Can we trust it? Three tests, the ceiling, what the ranking buys, methods. Plan a survey: the anchor-and-rank design.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Pool surveys. Each one added improves every other country’s map.</a:t>
            </a:r>
          </a:p>
          <a:p>
            <a:pPr lvl="0"/>
            <a:r>
              <a:rPr/>
              <a:t>Pilot the survey design: sample nationally, rank districts with the model, and compare with a district survey in one country.</a:t>
            </a:r>
          </a:p>
          <a:p>
            <a:pPr lvl="0"/>
            <a:r>
              <a:rPr/>
              <a:t>Finish the product: shareable views, the geostatistical prevalence with an interval where a survey exists, and plain-language descriptions for every predictor.</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model is trained to rank</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Iron deficiency: inflammation-adjusted ferritin under 12 µg/L (children) or 15 µg/L (women); not iron-deficiency anaemia.</a:t>
            </a:r>
          </a:p>
          <a:p>
            <a:pPr lvl="0"/>
            <a:r>
              <a:rPr/>
              <a:t>Low vitamin A: BRINDA-adjusted retinol-binding protein under 0.70 µmol/L, one adjustment for all four surveys.</a:t>
            </a:r>
          </a:p>
          <a:p>
            <a:pPr lvl="0"/>
            <a:r>
              <a:rPr/>
              <a:t>Folate under 10 nmol/L, B12 under 148 pmol/L (women); zinc by IZiNCG cut-offs (Malawi).</a:t>
            </a:r>
          </a:p>
          <a:p>
            <a:pPr lvl="0"/>
            <a:r>
              <a:rPr/>
              <a:t>Children 6 to 59 months and non-pregnant women 15 to 49, as the survey reports tabulate.</a:t>
            </a:r>
          </a:p>
          <a:p>
            <a:pPr lvl="0"/>
            <a:r>
              <a:rPr/>
              <a:t>Sierra Leone’s child data as supplied cover the survey’s anaemic children only.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DHS-derived inputs help at home and hurt abroad, so the deployable set leaves them out; person-level prediction does not work here.</a:t>
            </a:r>
          </a:p>
          <a:p>
            <a:pPr lvl="0"/>
            <a:r>
              <a:rPr/>
              <a:t>Part of any between-country difference is survey difference: different years, seasons, teams and assays.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survey’s worst quarter of districts, the model finds 43% inside a surveyed country and 45% in a country never seen. A random pick finds 25%.</a:t>
            </a:r>
          </a:p>
          <a:p>
            <a:pPr lvl="0"/>
            <a:r>
              <a:rPr/>
              <a:t>It places a district in the correct WHO vitamin A band 63% of the time, and within one band 91%.</a:t>
            </a:r>
          </a:p>
          <a:p>
            <a:pPr lvl="0"/>
            <a:r>
              <a:rPr/>
              <a:t>On the biomarker level the ceiling set by survey noise is about 0.59 and the model reaches 0.40; on prevalence 0.48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model’s worst fifth reaches more deficient people</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10.1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Sonja Hess and Andrew N. Mertens</dc:creator>
  <cp:keywords/>
  <dcterms:created xsi:type="dcterms:W3CDTF">2026-09-16T13:11:15Z</dcterms:created>
  <dcterms:modified xsi:type="dcterms:W3CDTF">2026-09-16T13:11:15Z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