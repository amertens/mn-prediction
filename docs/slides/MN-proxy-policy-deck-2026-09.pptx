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The north comes out as the worst region in both maps without the model being told anything about survey results; no single district should be read as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If you already have a survey, smoothing between neighbours gets you most of the way, and the survey’s own regional average reaches 0.31. The right-hand column is why the project exists: the smoothers and the regional average need survey data in the country, and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Surveys and models improve each other: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and simplified on 14 September for a reader with no statistics.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(81 of 454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as the dashboard on the previous slide; the ranking, the probability map, the anchored planning prevalence, the survey design and the catalogue are joined. What remains is engineering (URL state, boundary simplification, the geostatistical layer) and annotation.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last bullet is the reason levels do not transport and rankings do.</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A priority list should be shown this way, with the firm districts separated from the uncertain middle.</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marks the kind of data; bar length is the weight.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454 public data layers for every district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dashboard: every number in this talk, for every district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amertens.shinyapps.io/micronutrient-burden</a:t>
            </a:r>
          </a:p>
          <a:p>
            <a:pPr lvl="0"/>
            <a:r>
              <a:rPr/>
              <a:t>Start here: the project, the four training surveys, how the model was built, three headline numbers, the closing checklist.</a:t>
            </a:r>
          </a:p>
          <a:p>
            <a:pPr lvl="0"/>
            <a:r>
              <a:rPr/>
              <a:t>Where is deficiency? A priority score for every district, how sure the model is, a planning prevalence; click for what drives it. Cote d’Ivoire from climate and soil.</a:t>
            </a:r>
          </a:p>
          <a:p>
            <a:pPr lvl="0"/>
            <a:r>
              <a:rPr/>
              <a:t>What drives it? Leading predictors, which data travel across borders, a catalogue of all 454 predictors.</a:t>
            </a:r>
          </a:p>
          <a:p>
            <a:pPr lvl="0"/>
            <a:r>
              <a:rPr/>
              <a:t>Can we trust it? Three tests, the ceiling, what the ranking buys, methods. Plan a survey: the anchor-and-rank design.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Pool surveys. Each one added improves every other country’s map.</a:t>
            </a:r>
          </a:p>
          <a:p>
            <a:pPr lvl="0"/>
            <a:r>
              <a:rPr/>
              <a:t>Pilot the survey design: sample nationally, rank districts with the model, and compare with a district survey in one country.</a:t>
            </a:r>
          </a:p>
          <a:p>
            <a:pPr lvl="0"/>
            <a:r>
              <a:rPr/>
              <a:t>Finish the product: shareable views, the geostatistical prevalence with an interval where a survey exists, and plain-language descriptions for every predictor.</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and teams.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2026-09-14T19:57:56Z</dcterms:created>
  <dcterms:modified xsi:type="dcterms:W3CDTF">2026-09-14T19:57:56Z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