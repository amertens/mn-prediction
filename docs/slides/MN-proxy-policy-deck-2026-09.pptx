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(454 columns in 24 groups: satellite imagery, climate, soil, crops, livestock, malaria and other morbidity, prices, household surveys);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truly worst quarter of districts the model finds 43% (a random pick finds 25%), and it places a district in the correct WHO vitamin A band 64% of the time, within one band 92%.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0.56 and the model reaches 0.40; on prevalence 0.44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What the eye should take: the north comes out as the worst region in both maps without the model being told anything about survey results. What it should not take: that any single district is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Worth saying plainly: if you already have a survey, smoothing between neighbours gets you most of the way, and the survey’s own regional average reaches 0.31. The right-hand column is the point of the project. The smoothers and the regional average need survey data in the country; only the proxy methods produce anything at all there, at 0.26 to 0.37 against a chance level of 0.08, positive in 17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0.18 with one training country, 0.28 with three, and the curve has not flattened. This is the argument for pooling surveys across the region: a survey a country runs for itself improves every other country’s map. The feedback loop: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10.3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0.26 with everything, 0.37 with climate and soil only, positive in 17 of 22 combinations. Which data: satellite imagery, climate and soil carry 30 to 48 percent of the index inside a country and are what travels; household-survey layers help at home and hurt abroad (appendix, “Different data support within-country and across-country prediction”). Prevalence: levels do not cross borders, and the anchored design gives district levels within 10.3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 The last bullet is the reason levels do not transport and rankings do.</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0.31 and the ensemble tuned for ranking 0.30, a tie under our 0.03 rule; the ensemble is ahead in 4 of the 17. The ensemble tuned for squared error, random forest and penalised regression trail by 0.03 to 0.11. The reason is sample size: 14 to 87 districts per country is not enough for a method to learn its own settings. Rerun on 10 September with the DHS-style survey columns; every tuned method gained a little from the cleaner inputs and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(Add submitted title)</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big-data problem and a small-data problem at once: 454 public data layers for every district, but blood results for only 206 districts across four countries.</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Chance is measured, not assumed: shuffling the outcome shows that a ranking reaches 0.08 with no information, on a scale of 0 to 1.</a:t>
            </a:r>
          </a:p>
          <a:p>
            <a:pPr lvl="0"/>
            <a:r>
              <a:rPr/>
              <a:t>Survey district values are themselves noisy, so a perfect predictor could only reach about 0.56.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10.3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a:p>
            <a:pPr lvl="0"/>
            <a:r>
              <a:rPr/>
              <a:t>Part of any between-country difference is survey difference: different years, seasons and teams.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truly worst quarter of districts, the model finds 43% inside a surveyed country and 41% in a country never seen. A random pick finds 25%.</a:t>
            </a:r>
          </a:p>
          <a:p>
            <a:pPr lvl="0"/>
            <a:r>
              <a:rPr/>
              <a:t>It places a district in the correct WHO vitamin A band 64% of the time, and within one band 92%.</a:t>
            </a:r>
          </a:p>
          <a:p>
            <a:pPr lvl="0"/>
            <a:r>
              <a:rPr/>
              <a:t>On the biomarker level the ceiling set by survey noise is about 0.56 and the model reaches 0.40; on prevalence 0.44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submitted title)</dc:title>
  <dc:creator>Sonja Hess and Andrew N. Mertens</dc:creator>
  <cp:keywords/>
  <dcterms:created xsi:type="dcterms:W3CDTF">2026-09-10T21:19:00Z</dcterms:created>
  <dcterms:modified xsi:type="dcterms:W3CDTF">2026-09-10T21:19:00Z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